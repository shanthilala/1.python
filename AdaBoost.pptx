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9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AdaBoost (Adaptive Boosting) – Regression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AdaBoost is an ensemble learning algorithm that builds multiple models sequentially, where each new model gives more importance to the data points that were predicted incorrectly by previous models.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final prediction is a combination of all the models.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AdaBoost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Start with all data points having equal importance (weight) </a:t>
            </a:r>
          </a:p>
          <a:p>
            <a:r>
              <a:rPr lang="en-US" sz="2400" dirty="0"/>
              <a:t>Train the first model and make predictions </a:t>
            </a:r>
          </a:p>
          <a:p>
            <a:r>
              <a:rPr lang="en-US" sz="2400" dirty="0"/>
              <a:t>Compare predictions with actual values and find errors </a:t>
            </a:r>
          </a:p>
          <a:p>
            <a:r>
              <a:rPr lang="en-US" sz="2400" dirty="0"/>
              <a:t>Increase the weight of data points with higher error </a:t>
            </a:r>
          </a:p>
          <a:p>
            <a:r>
              <a:rPr lang="en-US" sz="2400" dirty="0"/>
              <a:t>Train the next model using updated weights </a:t>
            </a:r>
          </a:p>
          <a:p>
            <a:r>
              <a:rPr lang="en-US" sz="2400" dirty="0"/>
              <a:t>Repeat the process multiple times </a:t>
            </a:r>
          </a:p>
          <a:p>
            <a:r>
              <a:rPr lang="en-US" sz="2400" dirty="0"/>
              <a:t>Combine all models to produce the final prediction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Key idea:</a:t>
            </a:r>
            <a:br>
              <a:rPr lang="en-US" sz="2400" dirty="0"/>
            </a:br>
            <a:r>
              <a:rPr lang="en-US" sz="2400" dirty="0"/>
              <a:t>Wrong predictions get more attention in the next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(Student Marks)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1828"/>
            <a:ext cx="8229600" cy="547153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Actual values:</a:t>
            </a:r>
          </a:p>
          <a:p>
            <a:pPr marL="0" indent="0">
              <a:buNone/>
            </a:pPr>
            <a:r>
              <a:rPr lang="en-US" dirty="0"/>
              <a:t>A = 80</a:t>
            </a:r>
            <a:br>
              <a:rPr lang="en-US" dirty="0"/>
            </a:br>
            <a:r>
              <a:rPr lang="en-US" dirty="0"/>
              <a:t>B = 60</a:t>
            </a:r>
            <a:br>
              <a:rPr lang="en-US" dirty="0"/>
            </a:br>
            <a:r>
              <a:rPr lang="en-US" dirty="0"/>
              <a:t>C = 90</a:t>
            </a:r>
          </a:p>
          <a:p>
            <a:pPr marL="0" indent="0">
              <a:buNone/>
            </a:pPr>
            <a:r>
              <a:rPr lang="en-US" b="1" dirty="0"/>
              <a:t>Model 1 prediction:</a:t>
            </a:r>
          </a:p>
          <a:p>
            <a:pPr marL="0" indent="0">
              <a:buNone/>
            </a:pPr>
            <a:r>
              <a:rPr lang="en-US" dirty="0"/>
              <a:t>A = 78</a:t>
            </a:r>
            <a:br>
              <a:rPr lang="en-US" dirty="0"/>
            </a:br>
            <a:r>
              <a:rPr lang="en-US" dirty="0"/>
              <a:t>B = 40</a:t>
            </a:r>
            <a:br>
              <a:rPr lang="en-US" dirty="0"/>
            </a:br>
            <a:r>
              <a:rPr lang="en-US" dirty="0"/>
              <a:t>C = 88</a:t>
            </a:r>
          </a:p>
          <a:p>
            <a:pPr marL="0" indent="0">
              <a:buNone/>
            </a:pPr>
            <a:r>
              <a:rPr lang="en-US" dirty="0"/>
              <a:t>Error is highest for </a:t>
            </a:r>
            <a:r>
              <a:rPr lang="en-US" b="1" dirty="0"/>
              <a:t>B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AdaBoost does:</a:t>
            </a:r>
          </a:p>
          <a:p>
            <a:pPr lvl="1"/>
            <a:r>
              <a:rPr lang="en-US" dirty="0"/>
              <a:t>Increase importance (weight) of B </a:t>
            </a:r>
          </a:p>
          <a:p>
            <a:pPr lvl="1"/>
            <a:r>
              <a:rPr lang="en-US" dirty="0"/>
              <a:t>Next model focuses more on B 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Model 2 prediction:</a:t>
            </a:r>
          </a:p>
          <a:p>
            <a:pPr marL="0" indent="0">
              <a:buNone/>
            </a:pPr>
            <a:r>
              <a:rPr lang="en-US" dirty="0"/>
              <a:t>A = 79</a:t>
            </a:r>
            <a:br>
              <a:rPr lang="en-US" dirty="0"/>
            </a:br>
            <a:r>
              <a:rPr lang="en-US" dirty="0"/>
              <a:t>B = 55</a:t>
            </a:r>
            <a:br>
              <a:rPr lang="en-US" dirty="0"/>
            </a:br>
            <a:r>
              <a:rPr lang="en-US" dirty="0"/>
              <a:t>C = 89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Model 3 prediction:</a:t>
            </a:r>
          </a:p>
          <a:p>
            <a:pPr marL="0" indent="0">
              <a:buNone/>
            </a:pPr>
            <a:r>
              <a:rPr lang="en-US" dirty="0"/>
              <a:t>A = 80</a:t>
            </a:r>
            <a:br>
              <a:rPr lang="en-US" dirty="0"/>
            </a:br>
            <a:r>
              <a:rPr lang="en-US" dirty="0"/>
              <a:t>B = 60</a:t>
            </a:r>
            <a:br>
              <a:rPr lang="en-US" dirty="0"/>
            </a:br>
            <a:r>
              <a:rPr lang="en-US" dirty="0"/>
              <a:t>C = 90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Final result improves step by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Advantages of AdaBoost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A0BDFA-FB80-D078-50B2-0D1C73CEA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927" y="1516893"/>
            <a:ext cx="708660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easy to understand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performance of weak models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difficult data points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 better than a single model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Disadvantages of AdaBoost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651F633-4863-2199-A0E6-FDE38E3F32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7136" y="1941489"/>
            <a:ext cx="4556697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Sensitive to noise and outliers </a:t>
            </a:r>
          </a:p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Wrong data can get too much importance </a:t>
            </a:r>
          </a:p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Not suitable for very large datasets </a:t>
            </a:r>
          </a:p>
          <a:p>
            <a:pPr marL="0" lv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Performance depends on data quality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263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AdaBoost (Adaptive Boosting) – Regression</vt:lpstr>
      <vt:lpstr>How AdaBoost Works</vt:lpstr>
      <vt:lpstr>Example (Student Marks)</vt:lpstr>
      <vt:lpstr>Advantages of AdaBoost</vt:lpstr>
      <vt:lpstr>Disadvantages of AdaBoost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Shanti</cp:lastModifiedBy>
  <cp:revision>3</cp:revision>
  <dcterms:created xsi:type="dcterms:W3CDTF">2013-01-27T09:14:16Z</dcterms:created>
  <dcterms:modified xsi:type="dcterms:W3CDTF">2026-03-23T10:52:06Z</dcterms:modified>
  <cp:category/>
</cp:coreProperties>
</file>