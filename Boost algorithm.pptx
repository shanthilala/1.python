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8243-6F67-CD2E-0BAA-5FB7BC98B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40A8-32FF-2356-91FD-E7FEAD3E4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23D2A-9494-6DDA-998F-57FE51D0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BB0CE-C829-6055-A7D5-4A9000AD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09674-AEB9-0342-895F-7640F347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311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F43B-5A39-894D-A408-66295968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BC6E6-45BA-CBBB-FAC4-F99201F32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22945-1EC0-0251-07E7-A5DC7ECB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F5EE-68D9-760F-6DB1-13EA923F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A2CF-B55C-ED59-7B5E-1ECC3D99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1666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BAC8-3C9B-5ECB-9F54-0977B10E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8A608-B205-EC93-0623-F342DEA85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A27FE-B521-2392-3428-42AD3C7C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13A75-A123-03C8-96D2-254628AC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AE13A-053F-E81C-4C47-4823325C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924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6D35-7540-A987-00C9-14BC5684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3478A-E6B2-E235-7CDE-A4002C7D6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72FC5-02DA-BA48-ECA9-588FDE2C0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9E8E9-B23F-2BE0-4170-FA8F70E7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5E7C2-4622-DED2-2B97-A10BF6C8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05619-DA6D-E5E0-215D-7204991B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9442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AAB4-C3B1-B856-E1B7-AC000B6C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F6ED4-DD8B-DD93-6381-77A7A52A9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941F7-7D15-8DA7-6301-D2E9701AF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650EB-7673-8520-694A-4D0571204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19556-37E5-A61E-BEC2-DA4D4F178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16D79-F8EA-BB0E-97D0-20FE66AA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3CE7E-60EB-3683-29F5-271A14C0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516949-18AB-1E1A-BCE1-2272E8AC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76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60E4-3982-DA45-3341-932FC32C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4D631-0815-734C-AA9D-E7569EEA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5581D-09D6-ABD4-563B-AB12583B2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FDA13-284A-EBD2-3A56-6A87B06F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081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F70B9-78FA-FA23-7F4E-7E9C0609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D5046-2B40-33B4-765B-E5C723B8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14B59-068D-F69C-457F-B17548E0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414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E873-B2B3-144E-0D00-44203080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6F32-BC76-0B39-4395-D486A003D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2B188-AF39-ACFD-F6A3-6B3F15181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0D276-1FF6-FEDE-CA24-3F4868DB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AF9A0-B9A7-3EFF-0E05-F2F0B1C5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1DADC-D430-15A5-38B3-C1280E1E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022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51AE-76FA-4C7E-673F-B944C6E44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3C905-9C3F-ED3D-0B6F-72B7BBAAE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6DC02-9E5E-CD44-40A4-06191EB6C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D0C30-EE45-0148-28AE-07E182A3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37567-B819-FE5F-ED97-F180441EA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9F4BA-47D4-86E1-9BDE-2DE28034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052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42DF-0236-0FA4-DDF2-7D814816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C39A2-61E8-7996-AFF3-12AD5A7AB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0DBE-3CD3-E3CD-1911-77F6A38B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211C3-4D97-2DE7-5E35-527B8032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52AF-5157-54FC-01C0-4641C01D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249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2EF6E-2A20-7465-B70C-84C1BA52A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9A822-1957-A120-D733-9812551EA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F058C-8D26-0A16-4326-7EAAD7E9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CEF3F-BC65-A1BD-7670-7DAAB3ED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3469E-2073-F231-20AF-7DA4C6D7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190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18D18-F7AC-C527-6366-FE6B8D4B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CA91E-26C4-77A8-FAC4-F56BB5F74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405A6-720B-2925-9EEC-C8DADAF75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676E7-95CF-4C6E-9BC4-98A3090EBCBD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B2B21-9769-1B6C-35D1-3719BA637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EBE5A-F1E8-A51B-CB72-6E6868FDB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33AF8-3A1D-4D74-88E7-8CDE0CC081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5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8CE6C55-0E0D-495F-B6B2-5C60B3946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33" y="781381"/>
            <a:ext cx="10333333" cy="5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0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Shanti</dc:creator>
  <cp:lastModifiedBy>Shanti</cp:lastModifiedBy>
  <cp:revision>1</cp:revision>
  <dcterms:created xsi:type="dcterms:W3CDTF">2026-03-23T11:19:01Z</dcterms:created>
  <dcterms:modified xsi:type="dcterms:W3CDTF">2026-03-23T11:21:18Z</dcterms:modified>
</cp:coreProperties>
</file>