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XGBoost</a:t>
            </a:r>
            <a:r>
              <a:rPr lang="en-US" b="1" dirty="0"/>
              <a:t> (Extreme Gradient Boosting) – Regression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is an advanced boosting algorithm that builds models sequentially, where each new model learns and corrects the </a:t>
            </a:r>
            <a:r>
              <a:rPr lang="en-US" b="1" dirty="0"/>
              <a:t>errors (residuals)</a:t>
            </a:r>
            <a:r>
              <a:rPr lang="en-US" dirty="0"/>
              <a:t> made by the previous models.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final prediction is the sum of all model outputs.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1" dirty="0"/>
              <a:t>How XG Boost Works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Train the first model and make predictions </a:t>
            </a:r>
          </a:p>
          <a:p>
            <a:r>
              <a:rPr lang="en-US" sz="2400" dirty="0"/>
              <a:t>Calculate error (Residual = Actual − Predicted) </a:t>
            </a:r>
          </a:p>
          <a:p>
            <a:r>
              <a:rPr lang="en-US" sz="2400" dirty="0"/>
              <a:t>Train the next model to predict these errors </a:t>
            </a:r>
          </a:p>
          <a:p>
            <a:r>
              <a:rPr lang="en-US" sz="2400" dirty="0"/>
              <a:t>Add the new model’s output to the previous prediction </a:t>
            </a:r>
          </a:p>
          <a:p>
            <a:r>
              <a:rPr lang="en-US" sz="2400" dirty="0"/>
              <a:t>Repeat the process multiple times </a:t>
            </a:r>
          </a:p>
          <a:p>
            <a:r>
              <a:rPr lang="en-US" sz="2400" dirty="0"/>
              <a:t>Final prediction = sum of all models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idea:</a:t>
            </a:r>
            <a:br>
              <a:rPr lang="en-US" sz="2400" dirty="0"/>
            </a:br>
            <a:r>
              <a:rPr lang="en-US" sz="2400" dirty="0"/>
              <a:t>Each model learns the </a:t>
            </a:r>
            <a:r>
              <a:rPr lang="en-US" sz="2400" b="1" dirty="0"/>
              <a:t>remaining error</a:t>
            </a:r>
            <a:r>
              <a:rPr lang="en-US" sz="2400" dirty="0"/>
              <a:t>, not just which data is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729"/>
            <a:ext cx="8229600" cy="1143000"/>
          </a:xfrm>
        </p:spPr>
        <p:txBody>
          <a:bodyPr/>
          <a:lstStyle/>
          <a:p>
            <a:r>
              <a:rPr dirty="0"/>
              <a:t>Example (</a:t>
            </a:r>
            <a:r>
              <a:rPr lang="en-SG" dirty="0"/>
              <a:t>Predicting House Prices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728"/>
            <a:ext cx="8499764" cy="526963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Actual values:</a:t>
            </a:r>
          </a:p>
          <a:p>
            <a:pPr marL="400050" lvl="1" indent="0">
              <a:buNone/>
            </a:pPr>
            <a:r>
              <a:rPr lang="en-US" dirty="0"/>
              <a:t>House 1 = 200</a:t>
            </a:r>
            <a:br>
              <a:rPr lang="en-US" dirty="0"/>
            </a:br>
            <a:r>
              <a:rPr lang="en-US" dirty="0"/>
              <a:t>House 2 = 300</a:t>
            </a:r>
            <a:br>
              <a:rPr lang="en-US" dirty="0"/>
            </a:br>
            <a:r>
              <a:rPr lang="en-US" dirty="0"/>
              <a:t>House 3 = 250</a:t>
            </a:r>
          </a:p>
          <a:p>
            <a:r>
              <a:rPr lang="en-US" b="1" dirty="0"/>
              <a:t>Model 1 prediction:</a:t>
            </a:r>
          </a:p>
          <a:p>
            <a:pPr marL="400050" lvl="1" indent="0">
              <a:buNone/>
            </a:pPr>
            <a:r>
              <a:rPr lang="en-US" dirty="0"/>
              <a:t>180, 260, 240</a:t>
            </a:r>
          </a:p>
          <a:p>
            <a:r>
              <a:rPr lang="en-US" b="1" dirty="0"/>
              <a:t>Residual (error):</a:t>
            </a:r>
          </a:p>
          <a:p>
            <a:pPr marL="400050" lvl="1" indent="0">
              <a:buNone/>
            </a:pPr>
            <a:r>
              <a:rPr lang="en-US" dirty="0"/>
              <a:t>+20, +40, +10</a:t>
            </a:r>
          </a:p>
          <a:p>
            <a:pPr marL="400050" lvl="1" indent="0">
              <a:buNone/>
            </a:pPr>
            <a:r>
              <a:rPr lang="en-US" dirty="0"/>
              <a:t>👉 Model 2 learns these residuals</a:t>
            </a:r>
          </a:p>
          <a:p>
            <a:r>
              <a:rPr lang="en-US" b="1" dirty="0"/>
              <a:t>Model 2 prediction:</a:t>
            </a:r>
          </a:p>
          <a:p>
            <a:pPr marL="400050" lvl="1" indent="0">
              <a:buNone/>
            </a:pPr>
            <a:r>
              <a:rPr lang="en-US" dirty="0"/>
              <a:t>+15, +30, +8</a:t>
            </a:r>
          </a:p>
          <a:p>
            <a:r>
              <a:rPr lang="en-US" b="1" dirty="0"/>
              <a:t>Updated prediction:</a:t>
            </a:r>
          </a:p>
          <a:p>
            <a:pPr lvl="1"/>
            <a:r>
              <a:rPr lang="en-US" dirty="0"/>
              <a:t>195, 290, 248</a:t>
            </a:r>
          </a:p>
          <a:p>
            <a:r>
              <a:rPr lang="en-US" dirty="0"/>
              <a:t>👉 Error becomes smaller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Next model continues improving until prediction is close to actual values.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 of AdaBoost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B0CB0B-31D9-1E59-B05F-E822174B87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7731" y="1978238"/>
            <a:ext cx="7294995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high accuracy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complex relationships well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overfitting using regularization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with missing data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Widely used in real applications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Disadvantages of AdaBoost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42314D-2874-309F-E391-65BA407C75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7425" y="1911340"/>
            <a:ext cx="6068002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complex than AdaBoost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parameter tuning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can be slower than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Harder to understand for beginners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246</Words>
  <Application>Microsoft Office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XGBoost (Extreme Gradient Boosting) – Regression</vt:lpstr>
      <vt:lpstr>How XG Boost Works</vt:lpstr>
      <vt:lpstr>Example (Predicting House Prices)</vt:lpstr>
      <vt:lpstr>Advantages of AdaBoost</vt:lpstr>
      <vt:lpstr>Disadvantages of AdaBoost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Shanti</cp:lastModifiedBy>
  <cp:revision>4</cp:revision>
  <dcterms:created xsi:type="dcterms:W3CDTF">2013-01-27T09:14:16Z</dcterms:created>
  <dcterms:modified xsi:type="dcterms:W3CDTF">2026-03-23T10:59:06Z</dcterms:modified>
  <cp:category/>
</cp:coreProperties>
</file>